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97880" y="0"/>
            <a:ext cx="629107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965960"/>
            <a:ext cx="50292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2F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ການນຳໃຊ້ລະບົບ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416052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ພ້ອມ Timeline ການຝຶກໃຊ້ ແລະ Go-live ບໍ່ເກີນ 2 ເດືອນ 21 ວັນ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078992"/>
            <a:ext cx="4983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152144"/>
            <a:ext cx="4837176" cy="45628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397" y="1152144"/>
            <a:ext cx="6397725" cy="45628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62179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Prepared for operations training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1-81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2/17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15727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ເຂົ້າລະບົບຕາມ role ແລະສິດທີ່ກຳນົດ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1396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ອັບໂຫຼດ Excel ເພື່ອສ້າງຂໍ້ມູນ AR, Bills, Debt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77977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270662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ກວດລາຍງານ: Daily Sales, Customer, Payment, Debt, Aging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32735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Admin ຄວບຄຸມ User, RBAC, Settings, Audit logs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1490472"/>
            <a:ext cx="5111496" cy="43342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0" descr="C:\Users\asus\Downloads\New folder\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941" y="1490472"/>
            <a:ext cx="6077198" cy="433425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7240" y="5166360"/>
            <a:ext cx="4663440" cy="7132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37667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ຜົນລັບທີ່ຕ້ອງໄດ້: user ໃຊ້ງານໄດ້ຖືກຂັ້ນຕອນ, reports ກວດໄດ້, ແລະ admin ຄວບຄຸມສິດໄດ້.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 Rollout ບໍ່ເກີນ 2 ເດືອນ 21 ວັນ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81 days maximum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3/17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ແຜນນຳໃຊ້ຕ້ອງຈົບພາຍໃນ 81 ວັນ: ຝຶກ, ທົດສອບ, ປັບສິດ, ແລະ Go-live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117043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D1-3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5623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Login + Role setup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2148840"/>
            <a:ext cx="1170432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D4-10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9067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Upload Excel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148840"/>
            <a:ext cx="117043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D11-18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Bills Management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2148840"/>
            <a:ext cx="1170432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D19-26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5955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Debt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2148840"/>
            <a:ext cx="117043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D27-42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9399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Daily + Customer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2148840"/>
            <a:ext cx="1170432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D43-58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2843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Payment + Debt Reports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2440" y="2148840"/>
            <a:ext cx="117043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6559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D59-66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6287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Aging Report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326880" y="2148840"/>
            <a:ext cx="1170432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003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D67-73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49731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RBAC + Settings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561320" y="2148840"/>
            <a:ext cx="117043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34472" y="2267712"/>
            <a:ext cx="102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D74-81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731752" y="2414016"/>
            <a:ext cx="146304" cy="0"/>
          </a:xfrm>
          <a:prstGeom prst="line">
            <a:avLst/>
          </a:prstGeom>
          <a:noFill/>
          <a:ln w="12700">
            <a:solidFill>
              <a:srgbClr val="DDE7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2852928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UAT + Go-live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60120" y="4645152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71016" y="457200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ທຸກໜ້າຕ້ອງມີ owner ແລະ checklist ກ່ອນຍ້າຍໄປຂັ້ນຕອນຕໍ່ໄປ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60120" y="521208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71016" y="5138928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ຫຼັງ Day 73 ເປັນຊ່ວງ UAT, defect fixing, training refresh, ແລະ go-live approval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60120" y="577900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71016" y="5705856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ຖ້າມີ issue ໃນຂໍ້ມູນ/ສິດ user ຕ້ອງບັນທຶກໃນ activity log ແລະແກ້ກ່ອນ Day 81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1. Login ແລະ ສິດການເຂົ້າໃຊ້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1-3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4/17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ໃສ່ Email / Password ແລ້ວກົດ Login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ລະບົບກວດ Supabase Auth ແລະ profile role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Admin ເຫັນເມນູ RBAC, Settings, Upload, Reports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User ເຫັນສະເພາະໜ້າທີ່ໄດ້ຮັບສິດ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1-3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2. Upload Excel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4-10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5/17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ດາວໂຫຼດ Template ແລະກວດ Sheet “Daily” / “Pay off”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ລາກໄຟລ ຫຼືກົດເລືອກ Excel (.xlsx, .xls)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Preview ຂໍ້ມູນ ແລ້ວກົດ Upload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ລະບົບບັນທຶກ ar_bills, ar_debt, ar_cashflow ແລະ audit log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4-10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3. Bills Management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11-18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6/17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ຄົ້ນຫາດ້ວຍເລກໃບບິນ / ຊື່ຄົນເຈັບ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Filter ຕາມກະ, ວັນທີ, ຈຳນວນແຖວ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ກົດ “ເພີ່ມໃບບິນ” ເພື່ອບັນທຶກລາຍຮັບຕາມບໍລິການ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ໃບບິນທີ່ມີໜີ້ຄ້າງ ສາມາດສົ່ງໄປ Debt Management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11-18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4. Add Bill Form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11-18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7/17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ກອກວັນທີ, Week, ກະ, ເລກໃບບິນ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ກອກຂໍ້ມູນຄົນເຈັບ: HN, ຊື່, ເພດ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ໃສ່ລາຍຮັບແຍກ OPD, Diag, IPD, Surg, Pharma ແລະອື່ນໆ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Grand Total ແລະ Debt ຄຳນວນອັດຕະໂນມັດ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11-18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5. Debt Management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19-26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8/17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ກວດຍອດໜີ້ທັງໝົດ, ເກັບໄດ້ແລ້ວ, ຍອດຄົງເຫຼືອ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Filter ຕາມສະຖານະ, Aging, ກະ, ວັນທີ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ກົດຊຳລະເພື່ອບັນທຶກ Cash / BCEL / BCEL2 / LDB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ສະຖານະປ່ຽນເປັນ “ຊຳລະແລ້ວ” ເມື່ອ balance = 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19-26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6. Daily Sales Report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27-34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9/17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ເບິ່ງ Total Sales, Discounts, Actual Total Sale, Bills, Customers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ໃຊ້ filter ມື້ນີ້ / 7 ວັນ / 30 ວັນ / custom date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Filter ຕາມກະ ແລະປະເພດລູກຄ້າ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ດາວໂຫຼດ PDF ເພື່ອສົ່ງລາຍງານ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27-34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7. Customer &amp; Service Analysis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35-42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10/17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ວິເຄາະຈຳນວນລູກຄ້າ, ເພດ, Insite/Onsite, OPD/IPD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Filter ຕາມກະ, ປະເພດລູກຄ້າ, ເພດ, OPD/IPD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ໃຊ້ເພື່ອກວດສັດສ່ວນບໍລິການ ແລະ patient mix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35-42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8. Payment Channel Analysis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43-50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11/17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 Actual Income, Collected at Billing, Pay off, Outstanding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ແຍກຊ່ອງທາງ Cash, BCEL, BCEL2, LDB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ໃຊ້ filter ກະ, ວັນທີ, ປະເພດລູກຄ້າ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ໃຊ້ສຳລັບ reconciliation ແລະການກວດເງິນປະຈຳວັນ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43-50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9. Outstanding Debt Report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51-58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12/17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ເບິ່ງໜີ້ຄ້າງທັງໝົດ, ຍອດເກັບໄດ້, ຍອດຄົງເຫຼືອ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ເບິ່ງ debt by customer type ແລະລາຍການທີ່ຕ້ອງຕິດຕາມ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ໃຊ້ກຳນົດ priority ການເກັບໜີ້ລາຍອາທິດ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51-58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10. Debt Aging Report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59-66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13/17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ແບ່ງໜີ້ຕາມ aging bucket: 0-15, 16-30, 31-45, 46-60+ ວັນ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Filter ຕາມປະກັນ, ລູກຄ້າ, ວັນທີ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ໃຊ້ກວດ SLA ການເກັບໜີ້ ແລະ overdue risk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59-66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11. RBAC User Management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67-70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14/17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Admin ເພີ່ມ / ແກ້ໄຂ / ລົບ / ເປີດປິດສະຖານະ user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ກຳນົດ Role: Admin, Manager, Staff, Viewer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ປຸ່ມ P ເພື່ອກຳນົດ Page permissions ແບບ user-specific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ທຸກ action ຖືກບັນທຶກໃນ activity_logs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67-70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12. Page Permissions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71-73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15/17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ເລືອກໜ້າທີ່ role/user ເຂົ້າໄດ້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ກຳນົດສິດ reports export, upload, records write/delete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ກວດສອບດ້ວຍ user ທົດສອບກ່ອນ Go-live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71-73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13. General Settings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67-73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16/17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ຈັດການ dropdown: ກະ, ປະເພດລູກຄ້າ, Insite/Onsite, OPD/IPD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ຈັດການບໍລິສັດປະກັນ ແລະຜູ້ບັນທຶກ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ກຳນົດໃຫ້ label/value ເປັນມາດຕະຖານກ່ອນນຳໃຊ້ຈິງ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67-73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SOP ວິທີການນຳໃຊ້ລະບົບ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14. UAT, Go-live &amp; Control Checklist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372600" y="438912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0616" y="534924"/>
            <a:ext cx="19933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Day 74-81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12700">
            <a:solidFill>
              <a:srgbClr val="D7F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AR Finance SOP  •  Slide 17/17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2"/>
            </a:solidFill>
            <a:prstDash val="solid"/>
          </a:ln>
          <a:effectLst>
            <a:outerShdw sx="100000" sy="100000" kx="0" ky="0" algn="bl" rotWithShape="0" blurRad="12700" dist="50800" dir="2700000">
              <a:srgbClr val="C7D2F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554480"/>
            <a:ext cx="5843016" cy="43799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C:\Users\asus\Downloads\New folder\1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68" y="1554480"/>
            <a:ext cx="6141304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ຂັ້ນຕອນ SOP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31152" y="2066544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2048" y="19933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ທົດສອບ Login / Upload / Add bill / Pay debt / Export PDF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31152" y="26334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5603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 dashboard numbers ທຽບກັບ Excel source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31152" y="32004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312724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 role permissions ໂດຍໃຊ້ user ແຕ່ລະ role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31152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941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ກວດ activity_logs ໃຫ້ບັນທຶກທຸກ action ທີ່ສຳຄັນ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5605272"/>
            <a:ext cx="452628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5751576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Noto Sans Lao" pitchFamily="34" charset="0"/>
                <a:ea typeface="Noto Sans Lao" pitchFamily="34" charset="-122"/>
                <a:cs typeface="Noto Sans Lao" pitchFamily="34" charset="-120"/>
              </a:rPr>
              <a:t>Timeline: Day 74-81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La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La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ONE Meds / LXH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Finance System SOP Timeline</dc:title>
  <dc:subject>AR Finance System SOP</dc:subject>
  <dc:creator>Codex</dc:creator>
  <cp:lastModifiedBy>Codex</cp:lastModifiedBy>
  <cp:revision>1</cp:revision>
  <dcterms:created xsi:type="dcterms:W3CDTF">2026-05-10T07:39:26Z</dcterms:created>
  <dcterms:modified xsi:type="dcterms:W3CDTF">2026-05-10T07:39:26Z</dcterms:modified>
</cp:coreProperties>
</file>